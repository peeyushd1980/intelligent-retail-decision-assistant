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2599988" cy="12455525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872" y="-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4999" y="2038440"/>
            <a:ext cx="10709990" cy="4336368"/>
          </a:xfrm>
        </p:spPr>
        <p:txBody>
          <a:bodyPr anchor="b"/>
          <a:lstStyle>
            <a:lvl1pPr algn="ctr">
              <a:defRPr sz="826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74999" y="6542035"/>
            <a:ext cx="9449991" cy="3007201"/>
          </a:xfrm>
        </p:spPr>
        <p:txBody>
          <a:bodyPr/>
          <a:lstStyle>
            <a:lvl1pPr marL="0" indent="0" algn="ctr">
              <a:buNone/>
              <a:defRPr sz="3307"/>
            </a:lvl1pPr>
            <a:lvl2pPr marL="630022" indent="0" algn="ctr">
              <a:buNone/>
              <a:defRPr sz="2756"/>
            </a:lvl2pPr>
            <a:lvl3pPr marL="1260043" indent="0" algn="ctr">
              <a:buNone/>
              <a:defRPr sz="2480"/>
            </a:lvl3pPr>
            <a:lvl4pPr marL="1890065" indent="0" algn="ctr">
              <a:buNone/>
              <a:defRPr sz="2205"/>
            </a:lvl4pPr>
            <a:lvl5pPr marL="2520086" indent="0" algn="ctr">
              <a:buNone/>
              <a:defRPr sz="2205"/>
            </a:lvl5pPr>
            <a:lvl6pPr marL="3150108" indent="0" algn="ctr">
              <a:buNone/>
              <a:defRPr sz="2205"/>
            </a:lvl6pPr>
            <a:lvl7pPr marL="3780130" indent="0" algn="ctr">
              <a:buNone/>
              <a:defRPr sz="2205"/>
            </a:lvl7pPr>
            <a:lvl8pPr marL="4410151" indent="0" algn="ctr">
              <a:buNone/>
              <a:defRPr sz="2205"/>
            </a:lvl8pPr>
            <a:lvl9pPr marL="5040173" indent="0" algn="ctr">
              <a:buNone/>
              <a:defRPr sz="220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C6BAA-F93C-4A09-86C1-9146536A1B95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28984-BCA5-4896-9934-37741084CA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8391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C6BAA-F93C-4A09-86C1-9146536A1B95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28984-BCA5-4896-9934-37741084CA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940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9687" y="3105235"/>
            <a:ext cx="10867490" cy="5181152"/>
          </a:xfrm>
        </p:spPr>
        <p:txBody>
          <a:bodyPr anchor="b"/>
          <a:lstStyle>
            <a:lvl1pPr>
              <a:defRPr sz="826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687" y="8335403"/>
            <a:ext cx="10867490" cy="2724645"/>
          </a:xfrm>
        </p:spPr>
        <p:txBody>
          <a:bodyPr/>
          <a:lstStyle>
            <a:lvl1pPr marL="0" indent="0">
              <a:buNone/>
              <a:defRPr sz="3307">
                <a:solidFill>
                  <a:schemeClr val="tx1"/>
                </a:solidFill>
              </a:defRPr>
            </a:lvl1pPr>
            <a:lvl2pPr marL="630022" indent="0">
              <a:buNone/>
              <a:defRPr sz="2756">
                <a:solidFill>
                  <a:schemeClr val="tx1">
                    <a:tint val="75000"/>
                  </a:schemeClr>
                </a:solidFill>
              </a:defRPr>
            </a:lvl2pPr>
            <a:lvl3pPr marL="1260043" indent="0">
              <a:buNone/>
              <a:defRPr sz="2480">
                <a:solidFill>
                  <a:schemeClr val="tx1">
                    <a:tint val="75000"/>
                  </a:schemeClr>
                </a:solidFill>
              </a:defRPr>
            </a:lvl3pPr>
            <a:lvl4pPr marL="1890065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4pPr>
            <a:lvl5pPr marL="2520086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5pPr>
            <a:lvl6pPr marL="3150108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6pPr>
            <a:lvl7pPr marL="3780130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7pPr>
            <a:lvl8pPr marL="4410151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8pPr>
            <a:lvl9pPr marL="5040173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C6BAA-F93C-4A09-86C1-9146536A1B95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28984-BCA5-4896-9934-37741084CA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2030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49" y="3315707"/>
            <a:ext cx="5354995" cy="79029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8744" y="3315707"/>
            <a:ext cx="5354995" cy="79029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C6BAA-F93C-4A09-86C1-9146536A1B95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28984-BCA5-4896-9934-37741084CA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149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0" y="663144"/>
            <a:ext cx="10867490" cy="24074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7892" y="3053334"/>
            <a:ext cx="5330385" cy="1496392"/>
          </a:xfrm>
        </p:spPr>
        <p:txBody>
          <a:bodyPr anchor="b"/>
          <a:lstStyle>
            <a:lvl1pPr marL="0" indent="0">
              <a:buNone/>
              <a:defRPr sz="3307" b="1"/>
            </a:lvl1pPr>
            <a:lvl2pPr marL="630022" indent="0">
              <a:buNone/>
              <a:defRPr sz="2756" b="1"/>
            </a:lvl2pPr>
            <a:lvl3pPr marL="1260043" indent="0">
              <a:buNone/>
              <a:defRPr sz="2480" b="1"/>
            </a:lvl3pPr>
            <a:lvl4pPr marL="1890065" indent="0">
              <a:buNone/>
              <a:defRPr sz="2205" b="1"/>
            </a:lvl4pPr>
            <a:lvl5pPr marL="2520086" indent="0">
              <a:buNone/>
              <a:defRPr sz="2205" b="1"/>
            </a:lvl5pPr>
            <a:lvl6pPr marL="3150108" indent="0">
              <a:buNone/>
              <a:defRPr sz="2205" b="1"/>
            </a:lvl6pPr>
            <a:lvl7pPr marL="3780130" indent="0">
              <a:buNone/>
              <a:defRPr sz="2205" b="1"/>
            </a:lvl7pPr>
            <a:lvl8pPr marL="4410151" indent="0">
              <a:buNone/>
              <a:defRPr sz="2205" b="1"/>
            </a:lvl8pPr>
            <a:lvl9pPr marL="5040173" indent="0">
              <a:buNone/>
              <a:defRPr sz="220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7892" y="4549727"/>
            <a:ext cx="5330385" cy="669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8745" y="3053334"/>
            <a:ext cx="5356636" cy="1496392"/>
          </a:xfrm>
        </p:spPr>
        <p:txBody>
          <a:bodyPr anchor="b"/>
          <a:lstStyle>
            <a:lvl1pPr marL="0" indent="0">
              <a:buNone/>
              <a:defRPr sz="3307" b="1"/>
            </a:lvl1pPr>
            <a:lvl2pPr marL="630022" indent="0">
              <a:buNone/>
              <a:defRPr sz="2756" b="1"/>
            </a:lvl2pPr>
            <a:lvl3pPr marL="1260043" indent="0">
              <a:buNone/>
              <a:defRPr sz="2480" b="1"/>
            </a:lvl3pPr>
            <a:lvl4pPr marL="1890065" indent="0">
              <a:buNone/>
              <a:defRPr sz="2205" b="1"/>
            </a:lvl4pPr>
            <a:lvl5pPr marL="2520086" indent="0">
              <a:buNone/>
              <a:defRPr sz="2205" b="1"/>
            </a:lvl5pPr>
            <a:lvl6pPr marL="3150108" indent="0">
              <a:buNone/>
              <a:defRPr sz="2205" b="1"/>
            </a:lvl6pPr>
            <a:lvl7pPr marL="3780130" indent="0">
              <a:buNone/>
              <a:defRPr sz="2205" b="1"/>
            </a:lvl7pPr>
            <a:lvl8pPr marL="4410151" indent="0">
              <a:buNone/>
              <a:defRPr sz="2205" b="1"/>
            </a:lvl8pPr>
            <a:lvl9pPr marL="5040173" indent="0">
              <a:buNone/>
              <a:defRPr sz="220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8745" y="4549727"/>
            <a:ext cx="5356636" cy="669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C6BAA-F93C-4A09-86C1-9146536A1B95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28984-BCA5-4896-9934-37741084CA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1252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C6BAA-F93C-4A09-86C1-9146536A1B95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28984-BCA5-4896-9934-37741084CA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6290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C6BAA-F93C-4A09-86C1-9146536A1B95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28984-BCA5-4896-9934-37741084CA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445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0" y="830368"/>
            <a:ext cx="4063824" cy="2906289"/>
          </a:xfrm>
        </p:spPr>
        <p:txBody>
          <a:bodyPr anchor="b"/>
          <a:lstStyle>
            <a:lvl1pPr>
              <a:defRPr sz="441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6636" y="1793368"/>
            <a:ext cx="6378744" cy="8851496"/>
          </a:xfrm>
        </p:spPr>
        <p:txBody>
          <a:bodyPr/>
          <a:lstStyle>
            <a:lvl1pPr>
              <a:defRPr sz="4410"/>
            </a:lvl1pPr>
            <a:lvl2pPr>
              <a:defRPr sz="3858"/>
            </a:lvl2pPr>
            <a:lvl3pPr>
              <a:defRPr sz="3307"/>
            </a:lvl3pPr>
            <a:lvl4pPr>
              <a:defRPr sz="2756"/>
            </a:lvl4pPr>
            <a:lvl5pPr>
              <a:defRPr sz="2756"/>
            </a:lvl5pPr>
            <a:lvl6pPr>
              <a:defRPr sz="2756"/>
            </a:lvl6pPr>
            <a:lvl7pPr>
              <a:defRPr sz="2756"/>
            </a:lvl7pPr>
            <a:lvl8pPr>
              <a:defRPr sz="2756"/>
            </a:lvl8pPr>
            <a:lvl9pPr>
              <a:defRPr sz="275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0" y="3736658"/>
            <a:ext cx="4063824" cy="6922620"/>
          </a:xfrm>
        </p:spPr>
        <p:txBody>
          <a:bodyPr/>
          <a:lstStyle>
            <a:lvl1pPr marL="0" indent="0">
              <a:buNone/>
              <a:defRPr sz="2205"/>
            </a:lvl1pPr>
            <a:lvl2pPr marL="630022" indent="0">
              <a:buNone/>
              <a:defRPr sz="1929"/>
            </a:lvl2pPr>
            <a:lvl3pPr marL="1260043" indent="0">
              <a:buNone/>
              <a:defRPr sz="1654"/>
            </a:lvl3pPr>
            <a:lvl4pPr marL="1890065" indent="0">
              <a:buNone/>
              <a:defRPr sz="1378"/>
            </a:lvl4pPr>
            <a:lvl5pPr marL="2520086" indent="0">
              <a:buNone/>
              <a:defRPr sz="1378"/>
            </a:lvl5pPr>
            <a:lvl6pPr marL="3150108" indent="0">
              <a:buNone/>
              <a:defRPr sz="1378"/>
            </a:lvl6pPr>
            <a:lvl7pPr marL="3780130" indent="0">
              <a:buNone/>
              <a:defRPr sz="1378"/>
            </a:lvl7pPr>
            <a:lvl8pPr marL="4410151" indent="0">
              <a:buNone/>
              <a:defRPr sz="1378"/>
            </a:lvl8pPr>
            <a:lvl9pPr marL="5040173" indent="0">
              <a:buNone/>
              <a:defRPr sz="13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C6BAA-F93C-4A09-86C1-9146536A1B95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28984-BCA5-4896-9934-37741084CA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6177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0" y="830368"/>
            <a:ext cx="4063824" cy="2906289"/>
          </a:xfrm>
        </p:spPr>
        <p:txBody>
          <a:bodyPr anchor="b"/>
          <a:lstStyle>
            <a:lvl1pPr>
              <a:defRPr sz="441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56636" y="1793368"/>
            <a:ext cx="6378744" cy="8851496"/>
          </a:xfrm>
        </p:spPr>
        <p:txBody>
          <a:bodyPr anchor="t"/>
          <a:lstStyle>
            <a:lvl1pPr marL="0" indent="0">
              <a:buNone/>
              <a:defRPr sz="4410"/>
            </a:lvl1pPr>
            <a:lvl2pPr marL="630022" indent="0">
              <a:buNone/>
              <a:defRPr sz="3858"/>
            </a:lvl2pPr>
            <a:lvl3pPr marL="1260043" indent="0">
              <a:buNone/>
              <a:defRPr sz="3307"/>
            </a:lvl3pPr>
            <a:lvl4pPr marL="1890065" indent="0">
              <a:buNone/>
              <a:defRPr sz="2756"/>
            </a:lvl4pPr>
            <a:lvl5pPr marL="2520086" indent="0">
              <a:buNone/>
              <a:defRPr sz="2756"/>
            </a:lvl5pPr>
            <a:lvl6pPr marL="3150108" indent="0">
              <a:buNone/>
              <a:defRPr sz="2756"/>
            </a:lvl6pPr>
            <a:lvl7pPr marL="3780130" indent="0">
              <a:buNone/>
              <a:defRPr sz="2756"/>
            </a:lvl7pPr>
            <a:lvl8pPr marL="4410151" indent="0">
              <a:buNone/>
              <a:defRPr sz="2756"/>
            </a:lvl8pPr>
            <a:lvl9pPr marL="5040173" indent="0">
              <a:buNone/>
              <a:defRPr sz="275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0" y="3736658"/>
            <a:ext cx="4063824" cy="6922620"/>
          </a:xfrm>
        </p:spPr>
        <p:txBody>
          <a:bodyPr/>
          <a:lstStyle>
            <a:lvl1pPr marL="0" indent="0">
              <a:buNone/>
              <a:defRPr sz="2205"/>
            </a:lvl1pPr>
            <a:lvl2pPr marL="630022" indent="0">
              <a:buNone/>
              <a:defRPr sz="1929"/>
            </a:lvl2pPr>
            <a:lvl3pPr marL="1260043" indent="0">
              <a:buNone/>
              <a:defRPr sz="1654"/>
            </a:lvl3pPr>
            <a:lvl4pPr marL="1890065" indent="0">
              <a:buNone/>
              <a:defRPr sz="1378"/>
            </a:lvl4pPr>
            <a:lvl5pPr marL="2520086" indent="0">
              <a:buNone/>
              <a:defRPr sz="1378"/>
            </a:lvl5pPr>
            <a:lvl6pPr marL="3150108" indent="0">
              <a:buNone/>
              <a:defRPr sz="1378"/>
            </a:lvl6pPr>
            <a:lvl7pPr marL="3780130" indent="0">
              <a:buNone/>
              <a:defRPr sz="1378"/>
            </a:lvl7pPr>
            <a:lvl8pPr marL="4410151" indent="0">
              <a:buNone/>
              <a:defRPr sz="1378"/>
            </a:lvl8pPr>
            <a:lvl9pPr marL="5040173" indent="0">
              <a:buNone/>
              <a:defRPr sz="13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C6BAA-F93C-4A09-86C1-9146536A1B95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28984-BCA5-4896-9934-37741084CA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6936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C6BAA-F93C-4A09-86C1-9146536A1B95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28984-BCA5-4896-9934-37741084CA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285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16867" y="663141"/>
            <a:ext cx="2716872" cy="105554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50" y="663141"/>
            <a:ext cx="7993117" cy="105554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C6BAA-F93C-4A09-86C1-9146536A1B95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28984-BCA5-4896-9934-37741084CA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1332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66249" y="663144"/>
            <a:ext cx="10867490" cy="24074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49" y="3315707"/>
            <a:ext cx="10867490" cy="79029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6249" y="11544429"/>
            <a:ext cx="2834997" cy="663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1C6BAA-F93C-4A09-86C1-9146536A1B95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73746" y="11544429"/>
            <a:ext cx="4252496" cy="663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98742" y="11544429"/>
            <a:ext cx="2834997" cy="663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28984-BCA5-4896-9934-37741084CA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016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260043" rtl="0" eaLnBrk="1" latinLnBrk="0" hangingPunct="1">
        <a:lnSpc>
          <a:spcPct val="90000"/>
        </a:lnSpc>
        <a:spcBef>
          <a:spcPct val="0"/>
        </a:spcBef>
        <a:buNone/>
        <a:defRPr sz="606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5011" indent="-315011" algn="l" defTabSz="1260043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3858" kern="1200">
          <a:solidFill>
            <a:schemeClr val="tx1"/>
          </a:solidFill>
          <a:latin typeface="+mn-lt"/>
          <a:ea typeface="+mn-ea"/>
          <a:cs typeface="+mn-cs"/>
        </a:defRPr>
      </a:lvl1pPr>
      <a:lvl2pPr marL="945032" indent="-315011" algn="l" defTabSz="1260043" rtl="0" eaLnBrk="1" latinLnBrk="0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2pPr>
      <a:lvl3pPr marL="1575054" indent="-315011" algn="l" defTabSz="1260043" rtl="0" eaLnBrk="1" latinLnBrk="0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756" kern="1200">
          <a:solidFill>
            <a:schemeClr val="tx1"/>
          </a:solidFill>
          <a:latin typeface="+mn-lt"/>
          <a:ea typeface="+mn-ea"/>
          <a:cs typeface="+mn-cs"/>
        </a:defRPr>
      </a:lvl3pPr>
      <a:lvl4pPr marL="2205076" indent="-315011" algn="l" defTabSz="1260043" rtl="0" eaLnBrk="1" latinLnBrk="0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4pPr>
      <a:lvl5pPr marL="2835097" indent="-315011" algn="l" defTabSz="1260043" rtl="0" eaLnBrk="1" latinLnBrk="0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5pPr>
      <a:lvl6pPr marL="3465119" indent="-315011" algn="l" defTabSz="1260043" rtl="0" eaLnBrk="1" latinLnBrk="0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6pPr>
      <a:lvl7pPr marL="4095140" indent="-315011" algn="l" defTabSz="1260043" rtl="0" eaLnBrk="1" latinLnBrk="0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7pPr>
      <a:lvl8pPr marL="4725162" indent="-315011" algn="l" defTabSz="1260043" rtl="0" eaLnBrk="1" latinLnBrk="0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8pPr>
      <a:lvl9pPr marL="5355184" indent="-315011" algn="l" defTabSz="1260043" rtl="0" eaLnBrk="1" latinLnBrk="0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60043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1pPr>
      <a:lvl2pPr marL="630022" algn="l" defTabSz="1260043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2pPr>
      <a:lvl3pPr marL="1260043" algn="l" defTabSz="1260043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3pPr>
      <a:lvl4pPr marL="1890065" algn="l" defTabSz="1260043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4pPr>
      <a:lvl5pPr marL="2520086" algn="l" defTabSz="1260043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5pPr>
      <a:lvl6pPr marL="3150108" algn="l" defTabSz="1260043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6pPr>
      <a:lvl7pPr marL="3780130" algn="l" defTabSz="1260043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7pPr>
      <a:lvl8pPr marL="4410151" algn="l" defTabSz="1260043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8pPr>
      <a:lvl9pPr marL="5040173" algn="l" defTabSz="1260043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2C877C-863F-2452-BC86-D93A20064753}"/>
              </a:ext>
            </a:extLst>
          </p:cNvPr>
          <p:cNvSpPr/>
          <p:nvPr/>
        </p:nvSpPr>
        <p:spPr>
          <a:xfrm>
            <a:off x="3785038" y="279234"/>
            <a:ext cx="2626175" cy="5553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User Query</a:t>
            </a:r>
            <a:endParaRPr lang="en-IN" sz="24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DAECC8D-02D5-42BA-55BC-FF098996873D}"/>
              </a:ext>
            </a:extLst>
          </p:cNvPr>
          <p:cNvCxnSpPr>
            <a:cxnSpLocks/>
          </p:cNvCxnSpPr>
          <p:nvPr/>
        </p:nvCxnSpPr>
        <p:spPr>
          <a:xfrm flipH="1">
            <a:off x="5066158" y="872044"/>
            <a:ext cx="3248" cy="7891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4D7C08BC-D801-FA9D-E339-30DF5D7A639F}"/>
              </a:ext>
            </a:extLst>
          </p:cNvPr>
          <p:cNvSpPr/>
          <p:nvPr/>
        </p:nvSpPr>
        <p:spPr>
          <a:xfrm>
            <a:off x="2930162" y="1673664"/>
            <a:ext cx="4330990" cy="9060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Langgraph Agent Orchestrator  Planner/Router</a:t>
            </a:r>
            <a:endParaRPr lang="en-IN" sz="24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AD15724-EB82-9AA3-9E47-A16E1FEA15E0}"/>
              </a:ext>
            </a:extLst>
          </p:cNvPr>
          <p:cNvCxnSpPr>
            <a:cxnSpLocks/>
          </p:cNvCxnSpPr>
          <p:nvPr/>
        </p:nvCxnSpPr>
        <p:spPr>
          <a:xfrm flipH="1">
            <a:off x="5120386" y="2554692"/>
            <a:ext cx="6497" cy="13249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2F51555-5411-804B-E10C-88D9D3D70812}"/>
              </a:ext>
            </a:extLst>
          </p:cNvPr>
          <p:cNvCxnSpPr/>
          <p:nvPr/>
        </p:nvCxnSpPr>
        <p:spPr>
          <a:xfrm>
            <a:off x="1129828" y="3825447"/>
            <a:ext cx="0" cy="6917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8AB16B5D-3EE3-A040-5724-315747EEBECB}"/>
              </a:ext>
            </a:extLst>
          </p:cNvPr>
          <p:cNvSpPr/>
          <p:nvPr/>
        </p:nvSpPr>
        <p:spPr>
          <a:xfrm>
            <a:off x="320295" y="4517148"/>
            <a:ext cx="1709755" cy="6332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sz="2400" dirty="0"/>
              <a:t>Product RAG</a:t>
            </a:r>
            <a:endParaRPr lang="en-IN" sz="24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C24130-3BB6-DA2B-2139-8DB3316C32F2}"/>
              </a:ext>
            </a:extLst>
          </p:cNvPr>
          <p:cNvSpPr/>
          <p:nvPr/>
        </p:nvSpPr>
        <p:spPr>
          <a:xfrm>
            <a:off x="2778572" y="4533127"/>
            <a:ext cx="2057236" cy="5957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Prediction ML</a:t>
            </a:r>
            <a:endParaRPr lang="en-IN" sz="24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5788CF4-58B0-42F7-9BD8-D2CBFD029D74}"/>
              </a:ext>
            </a:extLst>
          </p:cNvPr>
          <p:cNvSpPr/>
          <p:nvPr/>
        </p:nvSpPr>
        <p:spPr>
          <a:xfrm>
            <a:off x="5601912" y="4520616"/>
            <a:ext cx="1803943" cy="6332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Policy RAG</a:t>
            </a:r>
            <a:endParaRPr lang="en-IN" sz="24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E0B8FE8-1B34-6DF8-69BF-9FB73D1D8202}"/>
              </a:ext>
            </a:extLst>
          </p:cNvPr>
          <p:cNvSpPr/>
          <p:nvPr/>
        </p:nvSpPr>
        <p:spPr>
          <a:xfrm>
            <a:off x="172931" y="5803994"/>
            <a:ext cx="2209785" cy="15851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Product Vector Store</a:t>
            </a:r>
            <a:br>
              <a:rPr lang="en-US" sz="2400" dirty="0"/>
            </a:br>
            <a:r>
              <a:rPr lang="en-US" sz="2400" dirty="0"/>
              <a:t> ( Product FAISS)</a:t>
            </a:r>
            <a:endParaRPr lang="en-IN" sz="24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D356B3A-702C-C2B2-1A65-2564105C640D}"/>
              </a:ext>
            </a:extLst>
          </p:cNvPr>
          <p:cNvSpPr/>
          <p:nvPr/>
        </p:nvSpPr>
        <p:spPr>
          <a:xfrm>
            <a:off x="2639392" y="5803994"/>
            <a:ext cx="2633647" cy="16524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ML Trained Model (</a:t>
            </a:r>
            <a:r>
              <a:rPr lang="en-US" sz="2400" dirty="0" err="1"/>
              <a:t>model.pkl</a:t>
            </a:r>
            <a:r>
              <a:rPr lang="en-US" sz="2400" dirty="0"/>
              <a:t>)</a:t>
            </a:r>
            <a:endParaRPr lang="en-IN" sz="24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D871D2B-B443-FE68-9BF7-FA5CD503E3B2}"/>
              </a:ext>
            </a:extLst>
          </p:cNvPr>
          <p:cNvSpPr/>
          <p:nvPr/>
        </p:nvSpPr>
        <p:spPr>
          <a:xfrm>
            <a:off x="5549306" y="5828092"/>
            <a:ext cx="2628403" cy="16088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Policy Vector Store (Policy FAISS)</a:t>
            </a:r>
            <a:endParaRPr lang="en-IN" sz="2400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F45C442-1C6B-1B79-2EF8-7431D425E7A5}"/>
              </a:ext>
            </a:extLst>
          </p:cNvPr>
          <p:cNvCxnSpPr>
            <a:cxnSpLocks/>
            <a:stCxn id="20" idx="2"/>
          </p:cNvCxnSpPr>
          <p:nvPr/>
        </p:nvCxnSpPr>
        <p:spPr>
          <a:xfrm>
            <a:off x="6503884" y="5153864"/>
            <a:ext cx="0" cy="6332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F8E1A26-EAE1-202B-E526-0F89307E7963}"/>
              </a:ext>
            </a:extLst>
          </p:cNvPr>
          <p:cNvCxnSpPr>
            <a:cxnSpLocks/>
            <a:stCxn id="19" idx="2"/>
          </p:cNvCxnSpPr>
          <p:nvPr/>
        </p:nvCxnSpPr>
        <p:spPr>
          <a:xfrm flipH="1">
            <a:off x="3791758" y="5128868"/>
            <a:ext cx="15432" cy="6332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1F724BA-243A-6DA8-4B9B-6EF6C924FC88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1175173" y="5150393"/>
            <a:ext cx="2441" cy="6332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EFF9658-79AD-8B02-AEEE-B1B5F85E90D8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3791758" y="3837945"/>
            <a:ext cx="15432" cy="6951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2B23D5F-D773-27CD-DDA6-4E30C9AE7769}"/>
              </a:ext>
            </a:extLst>
          </p:cNvPr>
          <p:cNvCxnSpPr/>
          <p:nvPr/>
        </p:nvCxnSpPr>
        <p:spPr>
          <a:xfrm flipH="1" flipV="1">
            <a:off x="1215944" y="3826594"/>
            <a:ext cx="4341453" cy="124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AAA7D88-1E37-8B26-9E25-06294E6CD17C}"/>
              </a:ext>
            </a:extLst>
          </p:cNvPr>
          <p:cNvCxnSpPr>
            <a:endCxn id="20" idx="0"/>
          </p:cNvCxnSpPr>
          <p:nvPr/>
        </p:nvCxnSpPr>
        <p:spPr>
          <a:xfrm>
            <a:off x="6503883" y="3825447"/>
            <a:ext cx="1" cy="6951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F7EED27-8B34-1862-A020-272377D70805}"/>
              </a:ext>
            </a:extLst>
          </p:cNvPr>
          <p:cNvSpPr/>
          <p:nvPr/>
        </p:nvSpPr>
        <p:spPr>
          <a:xfrm>
            <a:off x="8970190" y="4517148"/>
            <a:ext cx="2057236" cy="5957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Segmentation</a:t>
            </a:r>
            <a:endParaRPr lang="en-IN" sz="24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2C80B67-1C9B-C238-AE38-FD4EF7F49E3D}"/>
              </a:ext>
            </a:extLst>
          </p:cNvPr>
          <p:cNvCxnSpPr/>
          <p:nvPr/>
        </p:nvCxnSpPr>
        <p:spPr>
          <a:xfrm>
            <a:off x="5207873" y="3825447"/>
            <a:ext cx="32471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D4C7D58-C965-1C13-ACDF-F9ACA795BD09}"/>
              </a:ext>
            </a:extLst>
          </p:cNvPr>
          <p:cNvCxnSpPr/>
          <p:nvPr/>
        </p:nvCxnSpPr>
        <p:spPr>
          <a:xfrm>
            <a:off x="9963759" y="3832843"/>
            <a:ext cx="0" cy="700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04C8CBA-D16C-19EC-909D-E3E1FE732ADD}"/>
              </a:ext>
            </a:extLst>
          </p:cNvPr>
          <p:cNvCxnSpPr/>
          <p:nvPr/>
        </p:nvCxnSpPr>
        <p:spPr>
          <a:xfrm>
            <a:off x="8454999" y="3825447"/>
            <a:ext cx="1508760" cy="73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C67178F6-A1B6-02E4-1C45-DB7EA9DA28DE}"/>
              </a:ext>
            </a:extLst>
          </p:cNvPr>
          <p:cNvSpPr/>
          <p:nvPr/>
        </p:nvSpPr>
        <p:spPr>
          <a:xfrm>
            <a:off x="8681984" y="5784447"/>
            <a:ext cx="2633647" cy="16524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K-</a:t>
            </a:r>
            <a:r>
              <a:rPr lang="en-US" sz="2400" dirty="0" err="1"/>
              <a:t>means.pkl</a:t>
            </a:r>
            <a:endParaRPr lang="en-IN" sz="2400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2E1854E-6AAF-9057-7D12-E1C878B0BC3B}"/>
              </a:ext>
            </a:extLst>
          </p:cNvPr>
          <p:cNvCxnSpPr>
            <a:stCxn id="13" idx="2"/>
            <a:endCxn id="25" idx="0"/>
          </p:cNvCxnSpPr>
          <p:nvPr/>
        </p:nvCxnSpPr>
        <p:spPr>
          <a:xfrm>
            <a:off x="9998808" y="5112889"/>
            <a:ext cx="0" cy="6715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B60095E-1927-F621-1442-D24872A9D4F4}"/>
              </a:ext>
            </a:extLst>
          </p:cNvPr>
          <p:cNvCxnSpPr>
            <a:stCxn id="28" idx="2"/>
          </p:cNvCxnSpPr>
          <p:nvPr/>
        </p:nvCxnSpPr>
        <p:spPr>
          <a:xfrm flipH="1">
            <a:off x="1277823" y="7389184"/>
            <a:ext cx="1" cy="1389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3AE5027-5316-7A6A-1C85-77BFD23C4467}"/>
              </a:ext>
            </a:extLst>
          </p:cNvPr>
          <p:cNvCxnSpPr>
            <a:stCxn id="29" idx="2"/>
          </p:cNvCxnSpPr>
          <p:nvPr/>
        </p:nvCxnSpPr>
        <p:spPr>
          <a:xfrm flipH="1">
            <a:off x="3956215" y="7456466"/>
            <a:ext cx="1" cy="13217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A6C7630-B0B1-56FA-5D34-6D80654E3984}"/>
              </a:ext>
            </a:extLst>
          </p:cNvPr>
          <p:cNvCxnSpPr/>
          <p:nvPr/>
        </p:nvCxnSpPr>
        <p:spPr>
          <a:xfrm flipH="1">
            <a:off x="6760375" y="7486946"/>
            <a:ext cx="1" cy="13217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3202757-6BE5-B09E-6BDD-78216CBC8C23}"/>
              </a:ext>
            </a:extLst>
          </p:cNvPr>
          <p:cNvCxnSpPr/>
          <p:nvPr/>
        </p:nvCxnSpPr>
        <p:spPr>
          <a:xfrm flipH="1">
            <a:off x="9976015" y="7502186"/>
            <a:ext cx="1" cy="13217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74467E05-884E-F387-E57D-A60732574319}"/>
              </a:ext>
            </a:extLst>
          </p:cNvPr>
          <p:cNvSpPr/>
          <p:nvPr/>
        </p:nvSpPr>
        <p:spPr>
          <a:xfrm>
            <a:off x="144829" y="8778240"/>
            <a:ext cx="2633647" cy="10847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Final Response</a:t>
            </a:r>
            <a:endParaRPr lang="en-IN" sz="24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076F7D5-51AB-DF8D-BD75-78055DA19D38}"/>
              </a:ext>
            </a:extLst>
          </p:cNvPr>
          <p:cNvSpPr/>
          <p:nvPr/>
        </p:nvSpPr>
        <p:spPr>
          <a:xfrm>
            <a:off x="2948988" y="8778240"/>
            <a:ext cx="2633647" cy="10847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Final Response</a:t>
            </a:r>
            <a:endParaRPr lang="en-IN" sz="240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E051CE3-8F63-C975-8147-68DC4BC8158F}"/>
              </a:ext>
            </a:extLst>
          </p:cNvPr>
          <p:cNvSpPr/>
          <p:nvPr/>
        </p:nvSpPr>
        <p:spPr>
          <a:xfrm>
            <a:off x="5776731" y="8778240"/>
            <a:ext cx="2633647" cy="10847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Final Response</a:t>
            </a:r>
            <a:endParaRPr lang="en-IN" sz="240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FE90447-39D1-FD8A-DE81-2058DBB20924}"/>
              </a:ext>
            </a:extLst>
          </p:cNvPr>
          <p:cNvSpPr/>
          <p:nvPr/>
        </p:nvSpPr>
        <p:spPr>
          <a:xfrm>
            <a:off x="8681984" y="8778240"/>
            <a:ext cx="2633647" cy="10847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Final Response</a:t>
            </a:r>
            <a:endParaRPr lang="en-IN" sz="2400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D0372F9-7B04-2EB5-14E6-6C0FEF261D2C}"/>
              </a:ext>
            </a:extLst>
          </p:cNvPr>
          <p:cNvCxnSpPr/>
          <p:nvPr/>
        </p:nvCxnSpPr>
        <p:spPr>
          <a:xfrm>
            <a:off x="1277823" y="9863022"/>
            <a:ext cx="0" cy="896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1613AE1-E223-EA98-5F17-DD2D221FE621}"/>
              </a:ext>
            </a:extLst>
          </p:cNvPr>
          <p:cNvCxnSpPr/>
          <p:nvPr/>
        </p:nvCxnSpPr>
        <p:spPr>
          <a:xfrm>
            <a:off x="3990543" y="9908742"/>
            <a:ext cx="0" cy="896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533438A-2F9D-564C-A503-C49635DC5EE6}"/>
              </a:ext>
            </a:extLst>
          </p:cNvPr>
          <p:cNvCxnSpPr/>
          <p:nvPr/>
        </p:nvCxnSpPr>
        <p:spPr>
          <a:xfrm>
            <a:off x="6764223" y="9923982"/>
            <a:ext cx="0" cy="896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19C3DAA-FD45-63B4-FADA-E8DB34169013}"/>
              </a:ext>
            </a:extLst>
          </p:cNvPr>
          <p:cNvCxnSpPr/>
          <p:nvPr/>
        </p:nvCxnSpPr>
        <p:spPr>
          <a:xfrm>
            <a:off x="9979863" y="9893502"/>
            <a:ext cx="0" cy="896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74AE5510-CF13-E2BA-70B2-E1BA42F2678E}"/>
              </a:ext>
            </a:extLst>
          </p:cNvPr>
          <p:cNvSpPr/>
          <p:nvPr/>
        </p:nvSpPr>
        <p:spPr>
          <a:xfrm>
            <a:off x="249205" y="10759440"/>
            <a:ext cx="2057236" cy="5957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END</a:t>
            </a:r>
            <a:endParaRPr lang="en-IN" sz="2400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3AEE24D-FADC-D252-D675-C08E0C128844}"/>
              </a:ext>
            </a:extLst>
          </p:cNvPr>
          <p:cNvSpPr/>
          <p:nvPr/>
        </p:nvSpPr>
        <p:spPr>
          <a:xfrm>
            <a:off x="3007645" y="10789920"/>
            <a:ext cx="2057236" cy="5957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END</a:t>
            </a:r>
            <a:endParaRPr lang="en-IN" sz="240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04AEAC4-2808-B12F-500E-9FB61EBCC7E8}"/>
              </a:ext>
            </a:extLst>
          </p:cNvPr>
          <p:cNvSpPr/>
          <p:nvPr/>
        </p:nvSpPr>
        <p:spPr>
          <a:xfrm>
            <a:off x="5750845" y="10805160"/>
            <a:ext cx="2057236" cy="5957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END</a:t>
            </a:r>
            <a:endParaRPr lang="en-IN" sz="240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C9ECBCB-9691-C0AD-D6CD-AD01867879A7}"/>
              </a:ext>
            </a:extLst>
          </p:cNvPr>
          <p:cNvSpPr/>
          <p:nvPr/>
        </p:nvSpPr>
        <p:spPr>
          <a:xfrm>
            <a:off x="8966485" y="10805160"/>
            <a:ext cx="2057236" cy="5957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END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006824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45</TotalTime>
  <Words>54</Words>
  <Application>Microsoft Office PowerPoint</Application>
  <PresentationFormat>Custom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2</cp:revision>
  <dcterms:created xsi:type="dcterms:W3CDTF">2026-08-09T10:28:24Z</dcterms:created>
  <dcterms:modified xsi:type="dcterms:W3CDTF">2026-09-04T11:45:47Z</dcterms:modified>
</cp:coreProperties>
</file>